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498079" cy="6858000"/>
          </a:xfrm>
          <a:prstGeom prst="rect">
            <a:avLst/>
          </a:prstGeom>
          <a:gradFill>
            <a:gsLst>
              <a:gs pos="0">
                <a:srgbClr val="FAF5EA">
                  <a:alpha val="94000"/>
                </a:srgbClr>
              </a:gs>
              <a:gs pos="55000">
                <a:srgbClr val="FAF5EA">
                  <a:alpha val="60000"/>
                </a:srgbClr>
              </a:gs>
              <a:gs pos="100000">
                <a:srgbClr val="FAF5EA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554480"/>
            <a:ext cx="73152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旅行者指南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7772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成都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27832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Chengdu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67912"/>
            <a:ext cx="118872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A2018"/>
                </a:solidFill>
                <a:latin typeface="Arial"/>
                <a:ea typeface="Hiragino Sans GB"/>
                <a:cs typeface="Hiragino Sans GB"/>
              </a:rPr>
              <a:t>Giant pandas, Sichuan spice, and the art of slow living in southwest China.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2018"/>
                </a:solidFill>
                <a:latin typeface="Consolas"/>
                <a:ea typeface="Hiragino Sans GB"/>
                <a:cs typeface="Hiragino Sans GB"/>
              </a:rPr>
              <a:t>旅行者指南 · 春秋两季最宜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为什么是成都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A city that invites you to slow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四个理由，让它成为西南最受偏爱的一站。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01 · 熊猫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熊猫之都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在成都大熊猫繁育研究基地遇见各个年龄的大熊猫，趁早去，它们清晨最活跃。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02 · 味道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又麻又辣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火锅、麻婆豆腐、宫保鸡丁，麻辣是川菜大胆而酥麻的灵魂。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03 · 慢生活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茶馆文化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在人民公园喝一碗盖碗茶，看一场变脸，感受这座城市不慌不忙的节奏。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  <a:cs typeface="Hiragino Sans GB"/>
              </a:rPr>
              <a:t>04 · 远方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四处世界遗产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都江堰、青城山、乐山大佛和峨眉山，都在不远的车程之内。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这座城的气质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成都是出了名的「来了就不想走」，绿意、松弛，好吃到没有尽头。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pandas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  <a:cs typeface="Hiragino Sans GB"/>
              </a:rPr>
              <a:t>01 · 大熊猫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Songti SC"/>
                <a:cs typeface="Songti SC"/>
              </a:rPr>
              <a:t>Chengdu's gentle giants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大熊猫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Meet the world's most beloved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成都是地球上看大熊猫最方便的地方。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在哪看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繁育研究基地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成都大熊猫繁育研究基地就在城北，从幼崽到长者，各个年龄的熊猫都能看到。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什么时候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趁早去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熊猫在凉爽的清晨、临近喂食时最活跃。一开园就到，避开暑热和人群。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还有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都江堰基地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想清静些，都江堰的熊猫基地正好和附近的世界遗产一日游串在一起。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文明旅行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这些基地是保护中心，不是动物园，请轻声细语、不用闪光灯，让熊猫决定节奏。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foo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  <a:cs typeface="Hiragino Sans GB"/>
              </a:rPr>
              <a:t>02 · 味道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Songti SC"/>
                <a:cs typeface="Songti SC"/>
              </a:rPr>
              <a:t>Sichuan, China's spice capital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四川美食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Bold, numbing, unforgettable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成都是联合国「美食之都」，请空着肚子来。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火锅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重头戏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一锅翻滚的辣椒花椒红汤，在桌上自涮串串和蔬菜。吃不惯可以点鸳鸯或清汤。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麻婆豆腐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经典之作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嫩豆腐裹着火辣咸香的豆瓣酱，这道菜定义了什么叫麻辣。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宫保鸡丁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甜中带烈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鸡丁、花生和干辣椒，四川最有名的一道菜，就诞生在这里。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  <a:cs typeface="Hiragino Sans GB"/>
              </a:rPr>
              <a:t>街头小吃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边走边吃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担担面、棒棒鸡、水煮牛肉，每样点一点，多尝几种。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什么是麻辣？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麻辣 = 麻（花椒带来的酥麻）+ 辣（辣椒带来的火辣），先酥后烈，让人欲罢不能。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慢生活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The unhurried art of Chengdu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本地人把「慢慢过一天」修炼到了极致，加入他们。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茶馆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盖碗茶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在人民公园的茶馆坐进竹椅，给盖碗续上水，看一个下午慢慢晃过去。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川剧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变脸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川剧变脸，一眨眼就换一张脸谱，是值得专门看一场的招牌绝活。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闲适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公园与麻将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喝茶、打牌、搓麻将、在绿荫公园里看人，成都真正的看点，是它的节奏。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成都的节奏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别把行程排太满。上午陪熊猫，下午泡一整个懒洋洋的茶馆，就是完美的成都一天。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老城与人文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Lanes, shrines and poets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几百年的历史，都在市中心步行可达。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巷子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宽窄巷子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三条修复过的清代老巷，宽巷子、窄巷子、井巷子，满是院落、小吃和茶。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老街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锦里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武侯祠旁的灯笼老街：街头美食、手作与夜晚的氛围感。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祠堂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武侯祠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中国最有名的三国纪念地，在清幽的园林里纪念谋士诸葛亮。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  <a:cs typeface="Hiragino Sans GB"/>
              </a:rPr>
              <a:t>诗意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杜甫草堂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唐代大诗人杜甫清静的茅屋故居，坐落在一座古典园林之中。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全程可步行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宽窄巷子、锦里和武侯祠都挤在市中心，串成一个悠闲的下午，再留下来看灯笼亮起的夜晚。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beyo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  <a:cs typeface="Hiragino Sans GB"/>
              </a:rPr>
              <a:t>03 · 城外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Songti SC"/>
                <a:cs typeface="Songti SC"/>
              </a:rPr>
              <a:t>Four wonders within reach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一日游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Four World Heritage wonders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全都能当天往返，多数坐高铁就到。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约45分钟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都江堰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一套用了两千年、至今仍在运转的水利系统，古代工程奇迹，也是世界遗产。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道教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青城山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云雾缭绕、庙宇点缀的山坡，被尊为道教发源地之一，青翠、宁静，已列入世界遗产。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71米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乐山大佛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世界最大的石刻大佛，公元803年起凿于临江崖壁，一处世界遗产奇观。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  <a:cs typeface="Hiragino Sans GB"/>
              </a:rPr>
              <a:t>圣山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峨眉山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中国四大佛教名山之一，有金顶和林间步道。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怎么去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成都是高铁枢纽，都江堰约45分钟，乐山、峨眉再远一点。轻轻松松出门一天，晚饭前到家。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规划你的行程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When to come and how to get around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时间选对，体验大不一样。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  <a:cs typeface="Hiragino Sans GB"/>
              </a:rPr>
              <a:t>何时来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春秋两季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3至5月和9至11月最理想：约20到24度，晴朗干爽。避开春节、五一和暑假的人潮。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  <a:cs typeface="Hiragino Sans GB"/>
              </a:rPr>
              <a:t>怎么到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坐飞机或高铁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两座国际机场通达四方，成都本身也是全国性的高铁枢纽。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  <a:cs typeface="Hiragino Sans GB"/>
              </a:rPr>
              <a:t>怎么逛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Songti SC"/>
                <a:cs typeface="Songti SC"/>
              </a:rPr>
              <a:t>地铁 + 高铁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干净的地铁覆盖全城，高铁直达各个一日游。多数景点都在市中心、步行可达。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  <a:cs typeface="Hiragino Sans GB"/>
              </a:rPr>
              <a:t>小贴士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点菜时告诉店家你的辣度，要微辣或不辣。上午看熊猫，下午喝茶；带个翻译App会更省心。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  <a:cs typeface="Hiragino Sans GB"/>
              </a:rPr>
              <a:t>成都 · 旅行指南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  <a:cs typeface="Hiragino Sans GB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201810">
                  <a:alpha val="86000"/>
                </a:srgbClr>
              </a:gs>
              <a:gs pos="60000">
                <a:srgbClr val="201810">
                  <a:alpha val="50000"/>
                </a:srgbClr>
              </a:gs>
              <a:gs pos="100000">
                <a:srgbClr val="201810">
                  <a:alpha val="2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  <a:cs typeface="Hiragino Sans GB"/>
              </a:rPr>
              <a:t>为熊猫而来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96012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Georgia"/>
                <a:ea typeface="Songti SC"/>
                <a:cs typeface="Songti SC"/>
              </a:rPr>
              <a:t>Stay for the slow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886200"/>
            <a:ext cx="118872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4ECDD"/>
                </a:solidFill>
                <a:latin typeface="Arial"/>
                <a:ea typeface="Hiragino Sans GB"/>
                <a:cs typeface="Hiragino Sans GB"/>
              </a:rPr>
              <a:t>成都欢迎你，Chengdu is waiting.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9CDB8"/>
                </a:solidFill>
                <a:latin typeface="Consolas"/>
                <a:ea typeface="Hiragino Sans GB"/>
                <a:cs typeface="Hiragino Sans GB"/>
              </a:rPr>
              <a:t>成都 · 旅行者指南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
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promise: for the first time, one person can produce like a whole company. This talk is the structure behind that claim — the leverage AI creates, a real workflow, the tools, and the honest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facts. The solo economy is already enormous — 30 million-plus US businesses with no employees. And the smartest people in AI think the output ceiling of one person is about to break. Put them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changed at once. Expertise got cheap. The models stopped just answering and started doing. And everything composes. Each one alone is interesting; together they remove the reason you needed to hire.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Naval's old ladder: labour and capital need permission — someone has to say yes. Code and media don't; they copy for free. AI adds a new top rung — cognition you rent by the token. That's the rung this whole talk stands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mental model. You're not an employee any more — you're the org chart. Each of these was a hire, a department, a salary. Now each is a capability you run. You're the one node that can't be automated: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real loop. You frame the spec — that's judgment. The AI drafts, runs, and fixes — that's production. You review for taste and ship. The dotted line is the loop you run all day. Notice: the human sits at the one ember node.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stack, grouped by function. Every box that used to be a vendor contract or a hire is now a subscription. The point isn't the specific names — they'll change — it's that the whole company fits on 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leverage math. AI doesn't give you more hours; it moves where your hours are worth spending. A dozen tasks on the left just got cheap. One thing on the right — your judgment — becomes the entire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honest part. The same thing that makes one person powerful — no coordination cost — makes them fragile. You're the backup and there isn't one. Leverage cuts both ways; design for the downside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stays yours? Everything the model can't rent to your competitor too. Taste, judgment, relationships, accountability. When the tools are equal, the only edge left is the human pointing them — that's the whole game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try to become a one-person unicorn by Friday. Pick one loop. Give the AI your context, keep a review gate, measure what ships, and compound. The future isn't a leap — it's one loop, then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 line: you are the org chart now. Rent the minds, keep the judgment, and start with a single loop this week.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</a:rPr>
              <a:t>A PERSONAL TALK ON WORK, LEVERAGE &amp;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298448"/>
            <a:ext cx="521208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DE9DF"/>
                </a:solidFill>
                <a:latin typeface="Avenir Next"/>
              </a:rPr>
              <a:t>The One-Person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DE9DF"/>
                </a:solidFill>
                <a:latin typeface="Avenir Next"/>
              </a:rPr>
              <a:t>Company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072384"/>
            <a:ext cx="1371600" cy="5486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51206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EDE9DF"/>
                </a:solidFill>
                <a:latin typeface="Avenir Next"/>
              </a:rPr>
              <a:t>Why one person can now run like a team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C3BDAF"/>
                </a:solidFill>
                <a:latin typeface="Avenir Next"/>
              </a:rPr>
              <a:t>and the leverage AI hands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90288"/>
            <a:ext cx="5486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9486"/>
                </a:solidFill>
                <a:latin typeface="Avenir Next"/>
              </a:rPr>
              <a:t>A trend talk for builders, solopreneurs &amp; curious teams   ·   2026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7333488" y="1417319"/>
            <a:ext cx="0" cy="123444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333488" y="1882099"/>
            <a:ext cx="965124" cy="76966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33488" y="2651760"/>
            <a:ext cx="1203490" cy="274688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33488" y="2651760"/>
            <a:ext cx="535603" cy="1112192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797884" y="2651760"/>
            <a:ext cx="535604" cy="1112192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129997" y="2651760"/>
            <a:ext cx="1203491" cy="274688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368363" y="1882099"/>
            <a:ext cx="965125" cy="76966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59" y="130759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8884" y="177237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27250" y="2816720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59363" y="3654224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88156" y="3654224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0269" y="2816720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58635" y="177237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95744" y="2414015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8046720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EDE9DF"/>
                </a:solidFill>
                <a:latin typeface="Avenir Next"/>
              </a:rPr>
              <a:t>The org chart is collapsing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EDE9DF"/>
                </a:solidFill>
                <a:latin typeface="Avenir Next"/>
              </a:rPr>
              <a:t>into a single person.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03120"/>
            <a:ext cx="640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1542A"/>
                </a:solidFill>
                <a:latin typeface="Palatino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51760"/>
            <a:ext cx="3931920" cy="9052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1">
                <a:solidFill>
                  <a:srgbClr val="EDE9DF"/>
                </a:solidFill>
                <a:latin typeface="Palatino"/>
              </a:rPr>
              <a:t>A one-person billion-dollar company … would have been unimaginable without AI, and now will happen.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66744"/>
            <a:ext cx="3931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C8578"/>
                </a:solidFill>
                <a:latin typeface="Avenir Next"/>
              </a:rPr>
              <a:t>— Sam Altman,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40280"/>
            <a:ext cx="17830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DE9DF"/>
                </a:solidFill>
                <a:latin typeface="Avenir Next"/>
              </a:rPr>
              <a:t>30.4</a:t>
            </a:r>
            <a:r>
              <a:rPr sz="1512" b="1" i="0">
                <a:solidFill>
                  <a:srgbClr val="E1542A"/>
                </a:solidFill>
                <a:latin typeface="Avenir Next"/>
              </a:rPr>
              <a:t> 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843784"/>
            <a:ext cx="1783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486"/>
                </a:solidFill>
                <a:latin typeface="Avenir Next"/>
              </a:rPr>
              <a:t>US solo businesses,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40280"/>
            <a:ext cx="17830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DE9DF"/>
                </a:solidFill>
                <a:latin typeface="Avenir Next"/>
              </a:rPr>
              <a:t>$1.8</a:t>
            </a:r>
            <a:r>
              <a:rPr sz="1512" b="1" i="0">
                <a:solidFill>
                  <a:srgbClr val="E1542A"/>
                </a:solidFill>
                <a:latin typeface="Avenir Next"/>
              </a:rPr>
              <a:t> 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843784"/>
            <a:ext cx="1783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486"/>
                </a:solidFill>
                <a:latin typeface="Avenir Next"/>
              </a:rPr>
              <a:t>revenue they earned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2295144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3429000"/>
            <a:ext cx="393192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9486"/>
                </a:solidFill>
                <a:latin typeface="Avenir Next"/>
              </a:rPr>
              <a:t>One-person firms have grown faster than employer businesses in almost every year since 2012.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133087"/>
            <a:ext cx="8046720" cy="18288"/>
          </a:xfrm>
          <a:prstGeom prst="rect">
            <a:avLst/>
          </a:prstGeom>
          <a:solidFill>
            <a:srgbClr val="333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8138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DE9DF"/>
                </a:solidFill>
                <a:latin typeface="Avenir Next"/>
              </a:rPr>
              <a:t>The solo economy was already vast. AI just removed its </a:t>
            </a:r>
            <a:r>
              <a:rPr sz="1450" b="1" i="0">
                <a:solidFill>
                  <a:srgbClr val="E1542A"/>
                </a:solidFill>
                <a:latin typeface="Avenir Next"/>
              </a:rPr>
              <a:t>ceiling.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80467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486"/>
                </a:solidFill>
                <a:latin typeface="Avenir Next"/>
              </a:rPr>
              <a:t>Figures: US Census Bureau · Nonemployer Statistics, 2023.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Three forces collapsed the cost of a company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arkles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38527"/>
            <a:ext cx="256032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Expertise, near-free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</a:rPr>
              <a:t>A senior-level draft of almost anything — code, copy, analysis, design — on demand, for cents.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39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9583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t_1685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7" y="1938527"/>
            <a:ext cx="256032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29583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Agents that 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3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</a:rPr>
              <a:t>Models now take multi-step action: write code, run it, browse, and fix their own mistakes.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19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55663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locks_1685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7" y="1938527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55663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Tools that compose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3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</a:rPr>
              <a:t>APIs, automations and agents snap together into a one-person assembly 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THE POINT  </a:t>
            </a:r>
            <a:r>
              <a:rPr sz="1250" b="0" i="0">
                <a:solidFill>
                  <a:srgbClr val="1B1C1F"/>
                </a:solidFill>
                <a:latin typeface="Avenir Next"/>
              </a:rPr>
              <a:t>None of these needed a team. That is the whole point.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LEVERAGE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How one person outputs like a hundred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2514492" cy="640080"/>
          </a:xfrm>
          <a:prstGeom prst="roundRect">
            <a:avLst>
              <a:gd name="adj" fmla="val 8571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880252" y="1874519"/>
            <a:ext cx="146304" cy="0"/>
          </a:xfrm>
          <a:prstGeom prst="line">
            <a:avLst/>
          </a:prstGeom>
          <a:ln w="12700">
            <a:solidFill>
              <a:srgbClr val="8C85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081420" y="1554480"/>
            <a:ext cx="2119901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1C1F"/>
                </a:solidFill>
                <a:latin typeface="Avenir Next"/>
              </a:rPr>
              <a:t>AI  ·  cognition on demand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1025" y="2194560"/>
            <a:ext cx="1843961" cy="640080"/>
          </a:xfrm>
          <a:prstGeom prst="roundRect">
            <a:avLst>
              <a:gd name="adj" fmla="val 8571"/>
            </a:avLst>
          </a:prstGeom>
          <a:solidFill>
            <a:srgbClr val="C9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544986" y="2514600"/>
            <a:ext cx="481570" cy="0"/>
          </a:xfrm>
          <a:prstGeom prst="line">
            <a:avLst/>
          </a:prstGeom>
          <a:ln w="12700">
            <a:solidFill>
              <a:srgbClr val="8C85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81420" y="2194560"/>
            <a:ext cx="2119901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1C1F"/>
                </a:solidFill>
                <a:latin typeface="Avenir Next"/>
              </a:rPr>
              <a:t>Code &amp; media  ·  permissionless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6291" y="2834639"/>
            <a:ext cx="1173429" cy="640080"/>
          </a:xfrm>
          <a:prstGeom prst="roundRect">
            <a:avLst>
              <a:gd name="adj" fmla="val 8571"/>
            </a:avLst>
          </a:prstGeom>
          <a:solidFill>
            <a:srgbClr val="B6A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209721" y="3154679"/>
            <a:ext cx="816835" cy="0"/>
          </a:xfrm>
          <a:prstGeom prst="line">
            <a:avLst/>
          </a:prstGeom>
          <a:ln w="12700">
            <a:solidFill>
              <a:srgbClr val="8C85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81420" y="2834639"/>
            <a:ext cx="2119901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1C1F"/>
                </a:solidFill>
                <a:latin typeface="Avenir Next"/>
              </a:rPr>
              <a:t>Capital  ·  needs investors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556" y="3474720"/>
            <a:ext cx="502898" cy="640080"/>
          </a:xfrm>
          <a:prstGeom prst="roundRect">
            <a:avLst>
              <a:gd name="adj" fmla="val 10909"/>
            </a:avLst>
          </a:prstGeom>
          <a:solidFill>
            <a:srgbClr val="A3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874455" y="3794759"/>
            <a:ext cx="1152101" cy="0"/>
          </a:xfrm>
          <a:prstGeom prst="line">
            <a:avLst/>
          </a:prstGeom>
          <a:ln w="12700">
            <a:solidFill>
              <a:srgbClr val="8C85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081420" y="3474720"/>
            <a:ext cx="2119901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1C1F"/>
                </a:solidFill>
                <a:latin typeface="Avenir Next"/>
              </a:rPr>
              <a:t>Labor  ·  needs people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33672"/>
            <a:ext cx="483556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▲ </a:t>
            </a:r>
            <a:r>
              <a:rPr sz="1100" b="0" i="0">
                <a:solidFill>
                  <a:srgbClr val="8C8578"/>
                </a:solidFill>
                <a:latin typeface="Avenir Next"/>
              </a:rPr>
              <a:t>more leverage, less permission needed — AI is the new top 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8522" y="1691639"/>
            <a:ext cx="311971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PERMISSIONLESS LEVERAGE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8522" y="2002536"/>
            <a:ext cx="3119717" cy="9144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1C1F"/>
                </a:solidFill>
                <a:latin typeface="Avenir Next"/>
              </a:rPr>
              <a:t>Rent a mind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1C1F"/>
                </a:solidFill>
                <a:latin typeface="Avenir Next"/>
              </a:rPr>
              <a:t>by the token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8522" y="3063239"/>
            <a:ext cx="3119717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24B"/>
                </a:solidFill>
                <a:latin typeface="Avenir Next"/>
              </a:rPr>
              <a:t>Code and media let output copy for free. AI adds a rung above them both: reasoning you rent by the token — no hiring, no raise, no ask.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NEW ORG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22376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E9DF"/>
                </a:solidFill>
                <a:latin typeface="Avenir Next"/>
              </a:rPr>
              <a:t>You are the org chart now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4407408" y="1444752"/>
            <a:ext cx="0" cy="1408176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407408" y="2148840"/>
            <a:ext cx="1219516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07408" y="2852928"/>
            <a:ext cx="1219516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407408" y="2852928"/>
            <a:ext cx="0" cy="1408176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3187891" y="2852928"/>
            <a:ext cx="1219517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3187891" y="2148839"/>
            <a:ext cx="1219517" cy="704089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44468" y="1179576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3340" y="1179576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Writing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drafts &amp; edits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3984" y="1883664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2856" y="1883664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Code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ships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63984" y="3291840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856" y="3291840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Design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brand &amp;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4468" y="3995928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63340" y="3995928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Research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finds &amp; checks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951" y="3291840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43823" y="3291840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Ops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back office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951" y="1883663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43823" y="1883663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Growth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reach &amp; funnels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0188" y="2496312"/>
            <a:ext cx="1234440" cy="713232"/>
          </a:xfrm>
          <a:prstGeom prst="roundRect">
            <a:avLst>
              <a:gd name="adj" fmla="val 8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9060" y="2496312"/>
            <a:ext cx="996696" cy="7132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626864"/>
            <a:ext cx="7772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486"/>
                </a:solidFill>
                <a:latin typeface="Avenir Next"/>
              </a:rPr>
              <a:t>One human sets direction and taste. Six functions that used to be six hires now run as </a:t>
            </a:r>
            <a:r>
              <a:rPr sz="1350" b="1" i="0">
                <a:solidFill>
                  <a:srgbClr val="E1542A"/>
                </a:solidFill>
                <a:latin typeface="Avenir Next"/>
              </a:rPr>
              <a:t>software.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A DAY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One idea to shipped — in an afternoon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C8578"/>
                </a:solidFill>
                <a:latin typeface="Palatino"/>
              </a:rPr>
              <a:t>A solo builder ships a small web app. Watch who does what.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3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Idea &amp; spec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</a:rPr>
              <a:t>you frame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0163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75027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Draft build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</a:rPr>
              <a:t>AI writes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7555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91686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46550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Run &amp; test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</a:rPr>
              <a:t>AI iterates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99078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563209" y="2286000"/>
            <a:ext cx="1360627" cy="841248"/>
          </a:xfrm>
          <a:prstGeom prst="round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8073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11111"/>
                </a:solidFill>
                <a:latin typeface="Avenir Next"/>
              </a:rPr>
              <a:t>Review &amp; taste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C4C4C"/>
                </a:solidFill>
                <a:latin typeface="Menlo"/>
              </a:rPr>
              <a:t>you decide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70601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34732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89596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Ship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</a:rPr>
              <a:t>one click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2124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15046" y="3145536"/>
            <a:ext cx="0" cy="530351"/>
          </a:xfrm>
          <a:prstGeom prst="line">
            <a:avLst/>
          </a:prstGeom>
          <a:ln w="19050">
            <a:solidFill>
              <a:srgbClr val="16858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900476" y="3675887"/>
            <a:ext cx="5014570" cy="0"/>
          </a:xfrm>
          <a:prstGeom prst="line">
            <a:avLst/>
          </a:prstGeom>
          <a:ln w="19050">
            <a:solidFill>
              <a:srgbClr val="16858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900476" y="3145536"/>
            <a:ext cx="0" cy="530351"/>
          </a:xfrm>
          <a:prstGeom prst="line">
            <a:avLst/>
          </a:prstGeom>
          <a:ln w="19050">
            <a:solidFill>
              <a:srgbClr val="168581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7681" y="3730751"/>
            <a:ext cx="1280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581"/>
                </a:solidFill>
                <a:latin typeface="Menlo"/>
              </a:rPr>
              <a:t>iterate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WHERE YOU SIT  </a:t>
            </a:r>
            <a:r>
              <a:rPr sz="1250" b="0" i="0">
                <a:solidFill>
                  <a:srgbClr val="1B1C1F"/>
                </a:solidFill>
                <a:latin typeface="Avenir Next"/>
              </a:rPr>
              <a:t>The AI does the production. You do the judgment — the part that is still scarce.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The tools a one-person company runs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THE BILL  </a:t>
            </a:r>
            <a:r>
              <a:rPr sz="1250" b="0" i="0">
                <a:solidFill>
                  <a:srgbClr val="1B1C1F"/>
                </a:solidFill>
                <a:latin typeface="Avenir Next"/>
              </a:rPr>
              <a:t>No IT department. No procurement. A credit card and an afternoon.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0934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ssage-square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61" y="1756745"/>
            <a:ext cx="272125" cy="272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1572768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Reasoning &amp;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920240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Claude · ChatGPT · Gemini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68880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rminal_1685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61" y="2616281"/>
            <a:ext cx="272125" cy="2721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2432304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779776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Claude Code · Cursor · Copilot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28415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lette_1685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61" y="3475817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88720" y="3291839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Design &amp; media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9311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Midjourney · Figma · Canva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60934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orkflow_1685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441" y="1756745"/>
            <a:ext cx="272125" cy="2721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15000" y="1572768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1920240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Zapier · Make · n8n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92040" y="2468880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atabase_1685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441" y="2616281"/>
            <a:ext cx="272125" cy="27212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15000" y="2432304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Knowledge &amp;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2779776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Notion · Airtable · Perplexity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3328415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redit-card_1685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9441" y="3475817"/>
            <a:ext cx="272125" cy="27212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715000" y="3291839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Ops &amp; money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639311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Stripe · Mercury · email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REALLOCATION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AI moves the bottleneck — it doesn't remove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SO WHAT  </a:t>
            </a:r>
            <a:r>
              <a:rPr sz="1250" b="0" i="0">
                <a:solidFill>
                  <a:srgbClr val="1B1C1F"/>
                </a:solidFill>
                <a:latin typeface="Avenir Next"/>
              </a:rPr>
              <a:t>When production is free, the scarce thing — your judgment — becomes the whole job.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36192"/>
            <a:ext cx="3954779" cy="2331720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" y="173736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row-down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40" y="1870496"/>
            <a:ext cx="245790" cy="2457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61872" y="1755648"/>
            <a:ext cx="285749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68581"/>
                </a:solidFill>
                <a:latin typeface="Avenir Next"/>
              </a:rPr>
              <a:t>Now near-free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066543"/>
            <a:ext cx="28574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8578"/>
                </a:solidFill>
                <a:latin typeface="Avenir Next"/>
              </a:rPr>
              <a:t>AI does it well enough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3288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468880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</a:rPr>
              <a:t>Writing first drafts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816352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</a:rPr>
              <a:t>Boilerplate 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278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163824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</a:rPr>
              <a:t>Images &amp; mockups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7530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511296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</a:rPr>
              <a:t>Research &amp; summaries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23459" y="1536192"/>
            <a:ext cx="3954779" cy="2331720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61203" y="173736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A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rrow-up_e1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870496"/>
            <a:ext cx="245790" cy="2457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719571" y="1755648"/>
            <a:ext cx="285749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1542A"/>
                </a:solidFill>
                <a:latin typeface="Avenir Next"/>
              </a:rPr>
              <a:t>Now the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571" y="2066543"/>
            <a:ext cx="28574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8578"/>
                </a:solidFill>
                <a:latin typeface="Avenir Next"/>
              </a:rPr>
              <a:t>only you can do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7779" y="2615184"/>
            <a:ext cx="34061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1542A"/>
                </a:solidFill>
                <a:latin typeface="Avenir Next"/>
              </a:rPr>
              <a:t>Your judgment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7779" y="3291839"/>
            <a:ext cx="34061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1C1F"/>
                </a:solidFill>
                <a:latin typeface="Avenir Next"/>
              </a:rPr>
              <a:t>Knowing what's worth building — and whether it's any good.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LIMITS &amp;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One person is also a single point of failure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85216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rt-pulse_e1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19655"/>
            <a:ext cx="219456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5216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Single point of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You are the whole company — illness or a bad week has no backup.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7455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911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n-eye_e1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783" y="1819655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6911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The verification 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911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AI is confidently wrong; every output needs a human check.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151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88608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_e1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480" y="1819655"/>
            <a:ext cx="219456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608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Taste is the ceiling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608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AI matches your judgment, it doesn't exceed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216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py_e154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419856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No moat by default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If one person can build it, so can the next. Fast to copy.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67455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486911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in_e1542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5783" y="3419856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486911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Context &amp; drift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86911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Agents forget and wander; orchestrating them is real work.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9151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88608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nplug_e154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7480" y="3419856"/>
            <a:ext cx="21945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388608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Over-automation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8608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Automate the relationship and you lose why people chose a human.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HUMAN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What AI can't 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55648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</a:rPr>
              <a:t>Taste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</a:rPr>
              <a:t>knowing what's actually good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05456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</a:rPr>
              <a:t>Judgment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2927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</a:rPr>
              <a:t>choosing what deserves to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55263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</a:rPr>
              <a:t>Relationships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602735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</a:rPr>
              <a:t>the trust no model can transfer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005072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</a:rPr>
              <a:t>Accountability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52544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</a:rPr>
              <a:t>someone who owns the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2121408"/>
            <a:ext cx="45720" cy="170078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2157984"/>
            <a:ext cx="3364992" cy="17373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B1C1F"/>
                </a:solidFill>
                <a:latin typeface="Palatino"/>
              </a:rPr>
              <a:t>AI gives everyone the same superpowers.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>
                <a:solidFill>
                  <a:srgbClr val="1B1C1F"/>
                </a:solidFill>
                <a:latin typeface="Avenir Next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B1C1F"/>
                </a:solidFill>
                <a:latin typeface="Palatino"/>
              </a:rPr>
              <a:t>What's scarce is the person deciding </a:t>
            </a:r>
            <a:r>
              <a:rPr sz="1900" b="1" i="1">
                <a:solidFill>
                  <a:srgbClr val="E1542A"/>
                </a:solidFill>
                <a:latin typeface="Palatino"/>
              </a:rPr>
              <a:t>where to point them.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6949440" y="3977639"/>
            <a:ext cx="0" cy="365761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949440" y="4115352"/>
            <a:ext cx="285962" cy="22804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49440" y="4343400"/>
            <a:ext cx="356589" cy="81389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49440" y="4343400"/>
            <a:ext cx="158697" cy="32953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790742" y="4343400"/>
            <a:ext cx="158698" cy="32953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592850" y="4343400"/>
            <a:ext cx="356590" cy="81389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6663477" y="4115352"/>
            <a:ext cx="285963" cy="22804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912864" y="394106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98826" y="4078776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9453" y="438821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1561" y="4636362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54166" y="4636362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56274" y="438821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26901" y="4078776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71716" y="426567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WHAT TO DO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Start with one loop — not the whole future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179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17904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99616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</a:rPr>
              <a:t>Pick one loop you repeat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92224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</a:rPr>
              <a:t>The report, the outreach, the review — just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2860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286000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67712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</a:rPr>
              <a:t>Give the AI your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</a:rPr>
              <a:t>Spec, examples, taste. Context is the real moat.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0540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054096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</a:rPr>
              <a:t>Keep a human review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28415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</a:rPr>
              <a:t>Ship AI output only after you've checked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22191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822191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03904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</a:rPr>
              <a:t>Measure output, then compound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96511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</a:rPr>
              <a:t>Judge by what shipped; template what works.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62879" y="1572768"/>
            <a:ext cx="3515359" cy="2697480"/>
          </a:xfrm>
          <a:prstGeom prst="roundRect">
            <a:avLst>
              <a:gd name="adj" fmla="val 8000"/>
            </a:avLst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7020559" y="1965960"/>
            <a:ext cx="0" cy="566928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020559" y="2179414"/>
            <a:ext cx="443243" cy="35347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20559" y="2532888"/>
            <a:ext cx="552714" cy="126153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0559" y="2532888"/>
            <a:ext cx="245981" cy="51078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774579" y="2532888"/>
            <a:ext cx="245980" cy="51078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467846" y="2532888"/>
            <a:ext cx="552713" cy="126153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6577317" y="2179414"/>
            <a:ext cx="443242" cy="35347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965695" y="1911095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08938" y="2124550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518409" y="2604177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211676" y="2988808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719715" y="2988808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12982" y="2604177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22453" y="2124550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901687" y="241401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7199" y="3355848"/>
            <a:ext cx="2966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EDE9DF"/>
                </a:solidFill>
                <a:latin typeface="Avenir Next"/>
              </a:rPr>
              <a:t>You already are the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EDE9DF"/>
                </a:solidFill>
                <a:latin typeface="Avenir Next"/>
              </a:rPr>
              <a:t>one-person company.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1542A"/>
                </a:solidFill>
                <a:latin typeface="Avenir Next"/>
              </a:rPr>
              <a:t>Start acting like the founder.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7360920" y="1417320"/>
            <a:ext cx="0" cy="1188720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7360920" y="1864885"/>
            <a:ext cx="929378" cy="74115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60920" y="2606040"/>
            <a:ext cx="1158916" cy="26451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60920" y="2606040"/>
            <a:ext cx="515766" cy="1070999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845153" y="2606040"/>
            <a:ext cx="515767" cy="1070999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202003" y="2606040"/>
            <a:ext cx="1158917" cy="26451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6431541" y="1864885"/>
            <a:ext cx="929379" cy="74115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51192" y="1307592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80570" y="175515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0108" y="276082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66958" y="356731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35425" y="356731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2275" y="276082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21813" y="175515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23176" y="23682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7772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</a:rPr>
              <a:t>THE TAKEAWAY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1645920"/>
            <a:ext cx="566928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EDE9DF"/>
                </a:solidFill>
                <a:latin typeface="Avenir Next"/>
              </a:rPr>
              <a:t>You are the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EDE9DF"/>
                </a:solidFill>
                <a:latin typeface="Avenir Next"/>
              </a:rPr>
              <a:t>org chart now.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27248"/>
            <a:ext cx="1371600" cy="5486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46704"/>
            <a:ext cx="5486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3BDAF"/>
                </a:solidFill>
                <a:latin typeface="Avenir Next"/>
              </a:rPr>
              <a:t>Rent the minds. Keep the judgment. Start with one loop.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53712"/>
            <a:ext cx="59436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9A9486"/>
                </a:solidFill>
                <a:latin typeface="Palatino"/>
              </a:rPr>
              <a:t>Thanks —  let's build like companies of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
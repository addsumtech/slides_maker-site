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skyline in morning mist" title="Chengdu skyline in morning mist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ngdu · Jinsha Sun Bird emblem" title="Chengdu · Jinsha Sun Bird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9863A"/>
                </a:solidFill>
                <a:latin typeface="Hiragino Sans GB"/>
                <a:ea typeface="Hiragino Sans GB"/>
              </a:rPr>
              <a:t>LAND OF ABUNDANCE · THE BROCADE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85216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25201A"/>
                </a:solidFill>
                <a:latin typeface="Songti SC"/>
                <a:ea typeface="Songti SC"/>
              </a:rPr>
              <a:t>Chengdu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A city you'll never want to leave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CITY GUIDE · TRAVEL FEATURE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Twenty Million, Two Trillion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Capital of Sichuan · sub-provincial city · a core of the Chengdu–Chongqing economic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21.47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Permanent residents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GDP · CNY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14,335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Municipal area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Urbanization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200400"/>
            <a:ext cx="7827264" cy="13716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83280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Hibiscus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767328"/>
            <a:ext cx="225551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The 'furong' hibiscus, planted city-wide under the Later Shu, gave 'Rongcheng' its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383280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Brocade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767328"/>
            <a:ext cx="225551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Han-era Shu brocade was famed nationwide; a 'Brocade Officer' oversaw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364992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383280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Land of Abundance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767328"/>
            <a:ext cx="225551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Watered by the Dujiangyan, its fertile plains defy drought and flood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364992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Mild Basin, an Easy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the western Sichuan Basin, at the heart of the Chengdu Plain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ty emblem" title="city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Location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953512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Western Sichuan Basin · heart of the Chengdu Plain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Elevation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11880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~500 m on the plain; higher west, lower 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0248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Min &amp; Tuo river systems; the Jin runs through the city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7830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0195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76479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Humid subtropical climate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07568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Four clear seasons, mild winters; often cloudy and misty, so harsh sun is rare and the air feels gentle.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07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2926080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788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A city of 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099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Ringed by the Min, Fu and Jin; the dam-free Dujiangyan tames drought and flood across the plain.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83133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3950208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813048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Hibiscus &amp; ginkgo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123944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Late autumn lines the banks with hibiscus and the streets with golden ginkgo — the city's colours.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Same Name, Same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thousand years unbroken — from the Jinsha Sun Bird to the still-flowing Dujiangyan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c. 1200 BCE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Jinsha · Sun Bird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Ancient Shu capital, unearthed 2001; the gold ornament is 94.2% pure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256 BCE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Dujiangyan · Li Bing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Dam-free irrigation, still in use; the Land of Abundance begins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Qin ·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The name 'Chengdu'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For 2,300+ years the name and the site have never 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2000 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Qingcheng–Dujiangyan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Inscribed as a World Heritage Site — and still in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Sanxingdui and Jinsha are the twin stars of ancient Shu; Chengdu is an ancient city still alive and growing.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Kingdoms &amp; the Poet-Sage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Half the Three Kingdoms saga plays out in Shu; one cottage holds the Tang's poetry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Wuhou Shrine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China's only shrine honouring a ruler and his minister together — Zhuge Liang and Liu Bei. Red walls and bamboo shade sit a wall away from Jinli, the bustling 'First Street of West Shu'.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Du Fu Cottage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Fleeing the An Lushan rebellion, the poet Du Fu lived here nearly four years and wrote 240+ poems — putting Chengdu on the map of Tang poetry.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E3A2C"/>
                </a:solidFill>
                <a:latin typeface="Songti SC"/>
                <a:ea typeface="Songti SC"/>
              </a:rPr>
              <a:t>“At dawn, where the red lies wet, blossoms weigh down the Brocade City.”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 Du Fu, 'Delighting in Rain on a Spring Night'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Needle, a Thread, a 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Turning daily life into craft — another Chengdu gift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67462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Brocade &amp; Embroidery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121408" cy="102869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One of China's 'Four Great Brocades', with embroidery to match — and the city's earliest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67462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Opera &amp; Face-Changing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121408" cy="102869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Fire-spitting, face-changing, lamp-balancing — a new face in a blink. The stage is the teahouse itself: sip a bowl of tea and watch.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67462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Kuanzhai Alleys · Jinli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121408" cy="102869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Grey brick and dark tile, old Chengdu in miniature: tea, ear-cleaning, opera, strolling — street life itself is the liveliest culture.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Flavour Lives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In 2010, UNESCO named Chengdu Asia's first 'City of Gastronomy'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3832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0E4CC"/>
                </a:solidFill>
                <a:latin typeface="Hiragino Sans GB"/>
                <a:ea typeface="Hiragino Sans GB"/>
              </a:rPr>
              <a:t>Asia's first · City of Gastronomy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Creative Cities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A great cuisine of China · every dish its own character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Hot 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Skewer Hotpot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24344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Mapo Tofu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Twice-Cooked Pork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Kung Pao Chicken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Dan Dan Noodles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Zhong Dumplings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Long Wonton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Fuqi Feipian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Beyond numbing, spicy, fresh and fragrant hides a quiet sweetness and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GIANT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The Largest Panda Home on Earth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Chengdu Research Base of Giant Panda Breeding: from 6 rescued animals to the world's largest ex-situ population</a:t>
            </a:r>
          </a:p>
        </p:txBody>
      </p:sp>
      <p:pic>
        <p:nvPicPr>
          <p:cNvPr id="11" name="Picture 10" descr="panda in bamboo (mood image)" title="panda in bamboo (mood image)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of the global captive population (~757)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~34%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724912"/>
            <a:ext cx="2331720" cy="193852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907792"/>
            <a:ext cx="402336" cy="402336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" y="3012399"/>
            <a:ext cx="193121" cy="193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8176" y="2944368"/>
            <a:ext cx="143560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Captive giant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pandas · end-2024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83280"/>
            <a:ext cx="187451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206240"/>
            <a:ext cx="20574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271"/>
                </a:solidFill>
                <a:latin typeface="Hiragino Sans GB"/>
                <a:ea typeface="Hiragino Sans GB"/>
              </a:rPr>
              <a:t>From 6 to 260 — the patience of a 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2761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80360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13048" y="2743200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Largest ex-situ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3054096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world's largest captive giant-panda group — and its largest red-panda group too.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78561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904488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13048" y="3767328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From rescue to thriving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4078224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From 6 sick, starving animals in 1987 to a world-famous 'panda factory' — Chengdu's warmest icon.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Time, Steeped in Tea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'Bāshì' and 'ānyì' — Chengdu's own two words for a life well lived</a:t>
            </a:r>
          </a:p>
        </p:txBody>
      </p:sp>
      <p:pic>
        <p:nvPicPr>
          <p:cNvPr id="10" name="Picture 9" descr="bamboo-chair teahouse (mood image)" title="bamboo-chair teahouse (mood image)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ity emblem" title="city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A bowl of tea,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a whole afternoon.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Bamboo chairs, old tea, idle chatter — slow is a kind of productivity.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The three-piece gaiwan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Lid, bowl and saucer — one covered bowl brews a city's ease; the old teahouse is Chengdu at its most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Ear-cleaning &amp; tall 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The ear-cleaner's brass picks and streetside gossip weave leisure into the grain of daily life.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Nightlife that never closes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From Jiuyanqiao to Yulin Road, hot pot and little bars fuel China's most vibrant nights.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Park City Below Snow Peaks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2018, the 'Park City' concept was first proposed in Chengdu's Tianfu New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Birthplace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First proposed in Tianfu New Area in 2018; approved in 2022 as a national Park City demo zone.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Green at every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The Xinglong Lake eco-ring and the Tianfu Greenways lace parks through the city's fabric.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Snow peaks in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On clear days, spot Gongga and Siguniang from downtown — a 'park city below the snow mountains'.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INDUSTRY &amp;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Beyond the Ease, a Hard 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China's top-ranked 'new first-tier city' for years — a city of leisure and of industry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Electronics &amp; IT industry (trillion CNY)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Passed one trillion in 2020 — the first trillion-CNY industry in Chengdu and Sichuan.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Twin trillion-CNY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Both top a trillion CNY in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Mainland's 3rd dual-airport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Tianfu Int'l Airport opened in 2021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4th-longest metro in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~673 km · as of end-2024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Birthplace of a hit mobile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Honor of Kings, built by a Chengdu 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How to Do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things to know before you 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When to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Spring (Mar–May) for blossoms, autumn (Sep–Nov) for ginkgo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Mild, near-snowless winters; add Xiling Snow Mountain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Skip muggy midsummer and holiday peaks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What to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Panda Base · meet the national treasure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Kuanzhai Alleys · Jinli · Wuhou Shrine · Du Fu Cottage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Dujiangyan–Qingcheng · Chunxi Rd &amp; Taikoo Li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Getting around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Two international airports; high-speed rail nationwide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600+ km of metro reaches most sights directly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Shared bikes plus walking are the sweetest 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Days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Go slow — it's the only way to match the city's 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5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Cute &amp;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Giant Panda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Jinsha Site Museum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Kuanzhai Alleys · tea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Old &amp; New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Wuhou Shrine · Jinli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 Fu Cottage · park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7952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Chunxi Rd · Taikoo Li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Peaks &amp; Water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Dujiangyan Waterworks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744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Mt. Qingcheng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95744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Home · pack peppercorns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nsha Sun Bird" title="Jinsha Sun Bi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3ECDD"/>
                </a:solidFill>
                <a:latin typeface="Songti SC"/>
                <a:ea typeface="Songti SC"/>
              </a:rPr>
              <a:t>Easy to arrive,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B9863A"/>
                </a:solidFill>
                <a:latin typeface="Songti SC"/>
                <a:ea typeface="Songti SC"/>
              </a:rPr>
              <a:t>hard to leave.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Chengdu · a city that turns daily life into poetry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Sources: Chengdu 2024 Statistical Communiqué on National Economic and Social Development, UNESCO, Chengdu Research Base of Giant Panda Breeding,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Ministry of Transport, Xinhua, Sichuan Provincial Government and other public records; data as of 2024 (some updated to 2025) · compiled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
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200400"/>
            <a:ext cx="7827264" cy="13716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364992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383280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767328"/>
            <a:ext cx="225551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364992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7830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0195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76479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07568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07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2926080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788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099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83133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3950208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813048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123944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the streets with golden ginkgo — the city's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67462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102869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7551" r="17551"/>
          <a:stretch>
            <a:fillRect/>
          </a:stretch>
        </p:blipFill>
        <p:spPr>
          <a:xfrm>
            <a:off x="6583680" y="1755648"/>
            <a:ext cx="1901951" cy="2930652"/>
          </a:xfrm>
          <a:prstGeom prst="roundRect">
            <a:avLst>
              <a:gd name="adj" fmla="val 5769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724912"/>
            <a:ext cx="2331720" cy="193852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07792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3012399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944368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83280"/>
            <a:ext cx="187451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206240"/>
            <a:ext cx="20574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27248" y="27889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2907791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785615" y="2770632"/>
            <a:ext cx="26517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5" y="3081527"/>
            <a:ext cx="26517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breeding group for both giant and red pandas.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27248" y="38862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6120" y="4005072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785615" y="3867912"/>
            <a:ext cx="26517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615" y="4178808"/>
            <a:ext cx="265176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rescued animals in 1987 to a world-famous 'panda factory' today.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
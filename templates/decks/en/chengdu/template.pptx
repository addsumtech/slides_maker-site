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gilds the streets with ginkgo — Chengdu's two most photogenic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97480"/>
            <a:ext cx="2331720" cy="1965960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35224"/>
            <a:ext cx="457200" cy="457200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3" y="3054096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81328" y="3008376"/>
            <a:ext cx="13715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520440"/>
            <a:ext cx="1874519" cy="9144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" y="4151375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261103"/>
            <a:ext cx="17830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2761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8036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13048" y="2743200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048" y="3054096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giant-panda group — and its largest red-panda group too.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37856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904488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13048" y="3767328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048" y="4078224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sick, starving animals in 1987 to a world-famous 'panda factory' — Chengdu's warmest 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